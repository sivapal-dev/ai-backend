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&amp; Its Global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Our Planet's Greatest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Strategy Team  -  November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&amp; Its Global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Our Planet's Greatest Challenge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Climate Change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 and Greenhouse Effect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Impacts and Biodiversity Loss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Sea Levels and Coastal Threats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Consequences and Vulnerable Sectors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Solutions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Initiatives and Agreements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Studies: Regional Impact Examples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Predictions and Scenarios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and Call to Action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refers to long-term shifts in global temperatures and weather patterns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driver is human activity, especially fossil fuel combustion and deforestation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temperature has risen by 1.1°C since pre-industrial times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trajectory points to 2.7°C warming by 2100 without intervention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are already visible across all continents and oceans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 dependence: 73% of greenhouse gases from coal, oil, and gas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Deforestation: 10% of global emissions from land use changes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agriculture: Methane from livestock, nitrous oxide from fertilizers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management: Landfills produce significant methane emissions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growth increasing resource consumption exponentially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Impacts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ecosystems collapsing: Ice loss affects polar bears, penguins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reefs dying: Ocean acidification destroys marine habitats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rainforest approaching tipping point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wildlife migration patterns disrupted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species spreading to new territories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Biodiversity loss accelerating: 1 million species at risk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dieback from droughts and pests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Wetland destruction from sea level rise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ecosystems shrinking rapidly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currents disrupted affecting marine life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Sea Levels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 levels rising 3.3mm annually, accelerating to 4.5mm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expansion accounts for 40% of rise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sheet loss from Greenland and Antarctica contributing 60%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flooding affects 680 million people currently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2100, 590 million people could be displaced from coastal areas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climate damage costs: $23 trillion by 2050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losses: $110 billion yearly from droughts and floods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claims increased 300% in last decade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costs rising from heat-related illnesses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impact: 10-18% reduction possible by 2100 in vulnerable nations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capacity grew 20x since 2010, now cheapest electricity source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energy costs dropped 70% in a decade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storage costs fell 89% enabling grid stability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vehicle adoption reaching 14% of new car sales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hydrogen emerging for heavy industry and transport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Initiatives Progress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Commitment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Paris Agreement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Limit warming to 1.5°C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196 countries signed, US rejoined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Carbon Pricing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$40/ton average globally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Covers 23% of emissions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Renewable Subsidies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$1.8 trillion invested annually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Solar/wind now cost-competitive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Net-Zero Pledges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500+ corporations and regions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Cover 22% of global emissions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Projections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1.5°C scenario: 100 million climate migrants by 2050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2°C scenario: 250 million displaced, 3.7 billion in extreme poverty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10°C worst case: Civilization-threatening disruption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pathway: 70% emissions reduction possible with existing tech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decade: Decisions made 2020-2030 determine trajectory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crisis is solvable with existing technologies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 prevents catastrophic warming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offer economic opportunities, not just costs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cooperation essential for meaningful impact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and collective action creates measurable change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for a Sustainable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2026-06-10T09:03:10Z</dcterms:created>
  <dcterms:modified xsi:type="dcterms:W3CDTF">2026-06-10T09:03:10Z</dcterms:modified>
</cp:coreProperties>
</file>