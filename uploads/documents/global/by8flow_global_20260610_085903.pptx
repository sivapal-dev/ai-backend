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Approach to Library Management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Systems Team  - 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Web-based user interface for patrons and staff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RESTful API with microservices architecture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PostgreSQL with full-text search capabilities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Authentication: OAuth 2.0 with multi-factor support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Layer: APIs for third-party catalog services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Catalog Management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Add/edit/remove books, ISBN scanning, metadata import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User Services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Personal accounts, reservations, reading history, holds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Search &amp; Discovery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Full-text search, faceted browsing, relevance ranking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Reporting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Usage analytics, circulation reports, inventory tracking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Access Control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Role-based permissions, patron groups, staff workflows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2026-06-10T08:59:12Z</dcterms:created>
  <dcterms:modified xsi:type="dcterms:W3CDTF">2026-06-10T08:59:12Z</dcterms:modified>
</cp:coreProperties>
</file>