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Requirements Specification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Tracking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Team  -  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Tracking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and Objectives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 and Requirements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and Non-Functional Requirements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and Database Design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Specifications and Security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 and 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web-based system to track, manage, and resolve software bugs efficiently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platform for development teams to report and fix issues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status updates and comprehensive reporting capabilities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support with existing development tools and CI/CD pipelines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bug resolution time by 40%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development team productivity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real-time visibility into bug status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data-driven decision making through analytics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seamless integration with development workflows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840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Administrator: Full system access, user management, configuration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Manager: Project oversight, team assignment, reporting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Developer: Bug assignment, status updates, code fixes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Tester: Bug reporting, verification, regression testing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280160"/>
            <a:ext cx="3840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Reporter: Bug submission, status tracking, feedback provision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Stakeholder: Progress monitoring, requirement validation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Lead: Test plan coordination, quality metrics review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Support: Customer issue triage, escalation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authentication and role-based access control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creation with priority, severity, and assignment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bug status tracking and notifications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filtering capabilities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and dashboard generation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version control systems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Performance: Handle 1000+ concurrent users with &lt;2s response time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Availability: 99.9% uptime with automated failover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Scalability: Horizontal scaling support for growing teams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End-to-end encryption and compliance with OWASP standards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Usability: Intuitive interface reducing training time by 50%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React.js with responsive design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Node.js with Express framework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PostgreSQL with Redis caching layer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Layer: RESTful services with GraphQL support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 Docker containers with Kubernetes orchestration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Monitoring: Prometheus and Grafana for system metrics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Fields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Users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User account management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user_id, email, role, password_hash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Projects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Project information storage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project_id, name, description, created_at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Bugs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Bug tracking records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bug_id, title, description, status, priority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Comments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Bug discussion threads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comment_id, bug_id, user_id, content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Attachments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File uploads for bugs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attachment_id, bug_id, file_path, mime_type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Requirements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/api/bugs - Create new bug report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/api/bugs/{id} - Retrieve bug details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/api/bugs/{id} - Update bug information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/api/projects/{id}/bugs - List project bugs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/api/auth/login - User authentication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/api/reports - Generate analytics reports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JWT-based authentication with refresh tokens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(RBAC)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encryption at rest and in transit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 and SQL injection prevention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 for all system activities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to prevent abuse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bug prediction and assignment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application for iOS and Android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 with machine learning insights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tool integrations (Slack, Jira, GitHub)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 pipeline integration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support for global teams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2026-06-06T05:26:37Z</dcterms:created>
  <dcterms:modified xsi:type="dcterms:W3CDTF">2026-06-06T05:26:37Z</dcterms:modified>
</cp:coreProperties>
</file>