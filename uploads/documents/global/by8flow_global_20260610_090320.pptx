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Change &amp; Its Global Impact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Our Planet's Crisis and Path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Science Team  -  November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Change &amp; Its Global Impact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Our Planet's Crisis and Path Forward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Climate Change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Causes and Drivers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Disruption and Biodiversity Loss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Sea Levels and Coastal Threats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Consequences and Human Impact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 Solutions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Initiatives and Agreements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and Success Stories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Projections and Scenarios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and Call to Action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Climate Change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change refers to long-term shifts in global temperatures and weather patterns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Primarily driven by human activities since the Industrial Revolution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average temperature has risen by approximately 1.1°C since pre-industrial times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consensus attributes over 95% probability to human influence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Manifestation includes extreme weather events, melting ice caps, and ecosystem disruption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Causes and Drivers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840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 Combustion (75% of emissions)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Deforestation and Land Use Changes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Processes and Agriculture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Methane Emissions from Livestock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Production and Manufacturing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280160"/>
            <a:ext cx="3840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dioxide (CO₂) - 76% of greenhouse gases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Methane (CH₄) - 16% of greenhouse gases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Nitrous oxide (N₂O) - 6% of greenhouse gases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Fluorinated gases - 1% of greenhouse gases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carbon and particulate matter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Disruption and Biodiversity Loss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reefs experiencing 50% mortality due to ocean warming and acidification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Arctic sea ice decline of 13% per decade since 1980s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 extinction rates 100-1,000 times above natural background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rainforest showing signs of tipping point with increased droughts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pattern disruptions affecting predator-prey relationships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Sea Levels and Coastal Threats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 level rose 20cm since 1900, accelerating to 3.3mm/year currently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expansion accounts for 40% of rise, ice sheet melt 60%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flooding affects 680 million people globally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island nations face existential threats - Maldives, Tuvalu at risk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losses from storm surge and flooding exceed $1 trillion annually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Consequences and Human Impact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disasters cost global economy $268 billion in 2022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Agricultural yields projected to decline 17% by 2050 in tropical regions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impacts from heat stress and air pollution affect 10 million annually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migration displacing 21.5 million people yearly from weather events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 losses estimated at 10% globally if warming exceeds 4°C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 Solutions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840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Power - 28% of global electricity generation growth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Energy - 70% cost reduction since 2010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Storage - Grid-scale solutions emerging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Hydroelectric - Largest renewable source currently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Geothermal and Tidal - Emerging technologies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280160"/>
            <a:ext cx="3840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capacity increased 20-fold since 2010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power prevents 1.1 billion tons CO₂ emissions annually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costs dropped 89% from 2010 to 2022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Renewables provide 30% of global electricity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for 90% clean electricity by 2050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Initiatives and Agreements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Initiative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Paris Agreement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2015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&lt;2°C warming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196 parties signed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Kigali Amendment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2016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Phase down HFCs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130 countries ratified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Carbon Pricing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Various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$50-100/ton target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$25/ton currently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Renewable Energy Targets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Nationally determined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Net zero by 2050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120+ countries committed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Loss and Damage Fund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2022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Climate finance mobilization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Operational since 2023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Projections and Scenarios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policies trajectory: 2.7°C warming by 2100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1.5°C pathway requires 43% emissions reduction by 2030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level rise: 26-86cm by 2100 depending on mitigation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heat days could increase 5x in some regions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outlook: Renewables and technology offer hope for stabilization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crisis is the defining challenge of our generation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 required: emissions down 45% by 2030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 transition is economically viable and accelerating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cooperation through treaties shows measurable progress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and collective action can still prevent worst-case scenarios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for a Sustainable Future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2026-06-10T09:03:35Z</dcterms:created>
  <dcterms:modified xsi:type="dcterms:W3CDTF">2026-06-10T09:03:35Z</dcterms:modified>
</cp:coreProperties>
</file>